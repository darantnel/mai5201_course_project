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BERT Embeddings for Text Classification</dc:title>
  <dc:subject>## BERT Embeddings for Text Classification
Academic presentation on replacing n-grams with contextual embeddings
</dc:subject>
  <dc:creator/>
  <cp:lastModifiedBy/>
  <cp:revision>1</cp:revision>
  <dcterms:created xsi:type="dcterms:W3CDTF">2025-10-23T13:34:45Z</dcterms:created>
  <dcterms:modified xsi:type="dcterms:W3CDTF">2025-10-23T13:34:45Z</dcterms:modified>
</cp:coreProperties>
</file>